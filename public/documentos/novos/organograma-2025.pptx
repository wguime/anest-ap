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7068800" cy="9601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080" y="288"/>
      </p:cViewPr>
      <p:guideLst>
        <p:guide orient="horz" pos="3024"/>
        <p:guide pos="5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ra Grasel" userId="124d3c2c2c7c4d7c" providerId="LiveId" clId="{22E0BC0F-CC51-495F-B3FE-63B4C85BAAB2}"/>
    <pc:docChg chg="undo custSel modSld">
      <pc:chgData name="Iara Grasel" userId="124d3c2c2c7c4d7c" providerId="LiveId" clId="{22E0BC0F-CC51-495F-B3FE-63B4C85BAAB2}" dt="2025-10-29T00:00:31.279" v="139" actId="20577"/>
      <pc:docMkLst>
        <pc:docMk/>
      </pc:docMkLst>
      <pc:sldChg chg="addSp modSp mod">
        <pc:chgData name="Iara Grasel" userId="124d3c2c2c7c4d7c" providerId="LiveId" clId="{22E0BC0F-CC51-495F-B3FE-63B4C85BAAB2}" dt="2025-10-29T00:00:31.279" v="139" actId="20577"/>
        <pc:sldMkLst>
          <pc:docMk/>
          <pc:sldMk cId="4116743474" sldId="256"/>
        </pc:sldMkLst>
        <pc:spChg chg="add mod">
          <ac:chgData name="Iara Grasel" userId="124d3c2c2c7c4d7c" providerId="LiveId" clId="{22E0BC0F-CC51-495F-B3FE-63B4C85BAAB2}" dt="2025-10-28T23:51:32.907" v="119" actId="6549"/>
          <ac:spMkLst>
            <pc:docMk/>
            <pc:sldMk cId="4116743474" sldId="256"/>
            <ac:spMk id="2" creationId="{1D34EEC7-26C3-D108-79CE-7F75373606DE}"/>
          </ac:spMkLst>
        </pc:spChg>
        <pc:spChg chg="mod">
          <ac:chgData name="Iara Grasel" userId="124d3c2c2c7c4d7c" providerId="LiveId" clId="{22E0BC0F-CC51-495F-B3FE-63B4C85BAAB2}" dt="2025-10-29T00:00:31.279" v="139" actId="20577"/>
          <ac:spMkLst>
            <pc:docMk/>
            <pc:sldMk cId="4116743474" sldId="256"/>
            <ac:spMk id="11" creationId="{1F25A082-DF64-A05E-102B-B6C41440BF3A}"/>
          </ac:spMkLst>
        </pc:spChg>
        <pc:spChg chg="mod">
          <ac:chgData name="Iara Grasel" userId="124d3c2c2c7c4d7c" providerId="LiveId" clId="{22E0BC0F-CC51-495F-B3FE-63B4C85BAAB2}" dt="2025-10-16T18:39:03.293" v="82" actId="1076"/>
          <ac:spMkLst>
            <pc:docMk/>
            <pc:sldMk cId="4116743474" sldId="256"/>
            <ac:spMk id="15" creationId="{4A2219D7-9BC7-414D-C517-9FDE011BBF94}"/>
          </ac:spMkLst>
        </pc:spChg>
        <pc:spChg chg="mod">
          <ac:chgData name="Iara Grasel" userId="124d3c2c2c7c4d7c" providerId="LiveId" clId="{22E0BC0F-CC51-495F-B3FE-63B4C85BAAB2}" dt="2025-10-28T23:51:24.064" v="118" actId="6549"/>
          <ac:spMkLst>
            <pc:docMk/>
            <pc:sldMk cId="4116743474" sldId="256"/>
            <ac:spMk id="18" creationId="{8AA6DF24-B96D-2296-36D7-E62C5FC5BC95}"/>
          </ac:spMkLst>
        </pc:spChg>
        <pc:spChg chg="mod">
          <ac:chgData name="Iara Grasel" userId="124d3c2c2c7c4d7c" providerId="LiveId" clId="{22E0BC0F-CC51-495F-B3FE-63B4C85BAAB2}" dt="2025-10-16T18:38:12.090" v="59" actId="1076"/>
          <ac:spMkLst>
            <pc:docMk/>
            <pc:sldMk cId="4116743474" sldId="256"/>
            <ac:spMk id="19" creationId="{E0C838BE-791C-7711-DAB6-A2AF19EB08FF}"/>
          </ac:spMkLst>
        </pc:spChg>
        <pc:spChg chg="mod">
          <ac:chgData name="Iara Grasel" userId="124d3c2c2c7c4d7c" providerId="LiveId" clId="{22E0BC0F-CC51-495F-B3FE-63B4C85BAAB2}" dt="2025-10-28T23:45:02.471" v="116" actId="6549"/>
          <ac:spMkLst>
            <pc:docMk/>
            <pc:sldMk cId="4116743474" sldId="256"/>
            <ac:spMk id="20" creationId="{74DF9C32-69D5-E451-3D25-DD04E4F7CB0F}"/>
          </ac:spMkLst>
        </pc:spChg>
        <pc:spChg chg="mod">
          <ac:chgData name="Iara Grasel" userId="124d3c2c2c7c4d7c" providerId="LiveId" clId="{22E0BC0F-CC51-495F-B3FE-63B4C85BAAB2}" dt="2025-10-28T23:52:04.807" v="120" actId="1076"/>
          <ac:spMkLst>
            <pc:docMk/>
            <pc:sldMk cId="4116743474" sldId="256"/>
            <ac:spMk id="21" creationId="{B91F8636-6D65-2A72-85BA-3AD5963106B0}"/>
          </ac:spMkLst>
        </pc:spChg>
        <pc:spChg chg="mod">
          <ac:chgData name="Iara Grasel" userId="124d3c2c2c7c4d7c" providerId="LiveId" clId="{22E0BC0F-CC51-495F-B3FE-63B4C85BAAB2}" dt="2025-10-16T18:38:25.915" v="61" actId="1076"/>
          <ac:spMkLst>
            <pc:docMk/>
            <pc:sldMk cId="4116743474" sldId="256"/>
            <ac:spMk id="61" creationId="{53B7B72E-D914-6AAF-FD52-446EE0382EC9}"/>
          </ac:spMkLst>
        </pc:spChg>
        <pc:spChg chg="mod">
          <ac:chgData name="Iara Grasel" userId="124d3c2c2c7c4d7c" providerId="LiveId" clId="{22E0BC0F-CC51-495F-B3FE-63B4C85BAAB2}" dt="2025-10-16T18:38:25.915" v="61" actId="1076"/>
          <ac:spMkLst>
            <pc:docMk/>
            <pc:sldMk cId="4116743474" sldId="256"/>
            <ac:spMk id="62" creationId="{CABFC1DF-22AE-646A-A802-42FCCDA8F986}"/>
          </ac:spMkLst>
        </pc:spChg>
        <pc:spChg chg="mod">
          <ac:chgData name="Iara Grasel" userId="124d3c2c2c7c4d7c" providerId="LiveId" clId="{22E0BC0F-CC51-495F-B3FE-63B4C85BAAB2}" dt="2025-10-16T18:38:25.915" v="61" actId="1076"/>
          <ac:spMkLst>
            <pc:docMk/>
            <pc:sldMk cId="4116743474" sldId="256"/>
            <ac:spMk id="69" creationId="{B632A3DA-9C75-880B-B5EF-922236CC77DD}"/>
          </ac:spMkLst>
        </pc:spChg>
        <pc:cxnChg chg="add mod ord">
          <ac:chgData name="Iara Grasel" userId="124d3c2c2c7c4d7c" providerId="LiveId" clId="{22E0BC0F-CC51-495F-B3FE-63B4C85BAAB2}" dt="2025-10-16T18:39:26.085" v="99" actId="1037"/>
          <ac:cxnSpMkLst>
            <pc:docMk/>
            <pc:sldMk cId="4116743474" sldId="256"/>
            <ac:cxnSpMk id="3" creationId="{915387FA-08CB-B0FF-6DD3-E7D5527A6E8F}"/>
          </ac:cxnSpMkLst>
        </pc:cxnChg>
        <pc:cxnChg chg="mod">
          <ac:chgData name="Iara Grasel" userId="124d3c2c2c7c4d7c" providerId="LiveId" clId="{22E0BC0F-CC51-495F-B3FE-63B4C85BAAB2}" dt="2025-10-16T18:38:53.553" v="81" actId="14100"/>
          <ac:cxnSpMkLst>
            <pc:docMk/>
            <pc:sldMk cId="4116743474" sldId="256"/>
            <ac:cxnSpMk id="54" creationId="{3D5629AE-291F-6048-27E1-9D2C9C1F7479}"/>
          </ac:cxnSpMkLst>
        </pc:cxnChg>
        <pc:cxnChg chg="mod">
          <ac:chgData name="Iara Grasel" userId="124d3c2c2c7c4d7c" providerId="LiveId" clId="{22E0BC0F-CC51-495F-B3FE-63B4C85BAAB2}" dt="2025-10-16T18:38:12.090" v="59" actId="1076"/>
          <ac:cxnSpMkLst>
            <pc:docMk/>
            <pc:sldMk cId="4116743474" sldId="256"/>
            <ac:cxnSpMk id="57" creationId="{DE6A5087-E4A7-4C7D-EB6B-4255BFCCC2E7}"/>
          </ac:cxnSpMkLst>
        </pc:cxnChg>
        <pc:cxnChg chg="mod">
          <ac:chgData name="Iara Grasel" userId="124d3c2c2c7c4d7c" providerId="LiveId" clId="{22E0BC0F-CC51-495F-B3FE-63B4C85BAAB2}" dt="2025-10-16T18:38:12.090" v="59" actId="1076"/>
          <ac:cxnSpMkLst>
            <pc:docMk/>
            <pc:sldMk cId="4116743474" sldId="256"/>
            <ac:cxnSpMk id="58" creationId="{81E375DB-C7B3-CB03-A0C6-547F06DB97AC}"/>
          </ac:cxnSpMkLst>
        </pc:cxnChg>
        <pc:cxnChg chg="mod">
          <ac:chgData name="Iara Grasel" userId="124d3c2c2c7c4d7c" providerId="LiveId" clId="{22E0BC0F-CC51-495F-B3FE-63B4C85BAAB2}" dt="2025-10-16T18:38:25.915" v="61" actId="1076"/>
          <ac:cxnSpMkLst>
            <pc:docMk/>
            <pc:sldMk cId="4116743474" sldId="256"/>
            <ac:cxnSpMk id="64" creationId="{53FF04B9-AE2F-AEFB-34FC-AB20E183EF09}"/>
          </ac:cxnSpMkLst>
        </pc:cxnChg>
        <pc:cxnChg chg="mod">
          <ac:chgData name="Iara Grasel" userId="124d3c2c2c7c4d7c" providerId="LiveId" clId="{22E0BC0F-CC51-495F-B3FE-63B4C85BAAB2}" dt="2025-10-16T18:38:25.915" v="61" actId="1076"/>
          <ac:cxnSpMkLst>
            <pc:docMk/>
            <pc:sldMk cId="4116743474" sldId="256"/>
            <ac:cxnSpMk id="67" creationId="{65744AD1-47A5-DAFB-DBFB-EE7D2519F5B4}"/>
          </ac:cxnSpMkLst>
        </pc:cxnChg>
        <pc:cxnChg chg="mod">
          <ac:chgData name="Iara Grasel" userId="124d3c2c2c7c4d7c" providerId="LiveId" clId="{22E0BC0F-CC51-495F-B3FE-63B4C85BAAB2}" dt="2025-10-16T18:38:25.915" v="61" actId="1076"/>
          <ac:cxnSpMkLst>
            <pc:docMk/>
            <pc:sldMk cId="4116743474" sldId="256"/>
            <ac:cxnSpMk id="68" creationId="{4A478C17-B565-28A9-5A3F-EFCA8419BEE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93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1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55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11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85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01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60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70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74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21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95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8A6AF-EE81-43E9-BD20-F8B6EEAA1327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BCE2F-49F1-47D4-9347-4F3B8A6D2D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82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15387FA-08CB-B0FF-6DD3-E7D5527A6E8F}"/>
              </a:ext>
            </a:extLst>
          </p:cNvPr>
          <p:cNvCxnSpPr>
            <a:cxnSpLocks/>
          </p:cNvCxnSpPr>
          <p:nvPr/>
        </p:nvCxnSpPr>
        <p:spPr>
          <a:xfrm>
            <a:off x="2661432" y="8041114"/>
            <a:ext cx="61741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D5629AE-291F-6048-27E1-9D2C9C1F7479}"/>
              </a:ext>
            </a:extLst>
          </p:cNvPr>
          <p:cNvCxnSpPr>
            <a:cxnSpLocks/>
          </p:cNvCxnSpPr>
          <p:nvPr/>
        </p:nvCxnSpPr>
        <p:spPr>
          <a:xfrm>
            <a:off x="6738193" y="5278310"/>
            <a:ext cx="0" cy="131194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E30B5942-DC70-0024-10C1-CAAD22D81A67}"/>
              </a:ext>
            </a:extLst>
          </p:cNvPr>
          <p:cNvCxnSpPr/>
          <p:nvPr/>
        </p:nvCxnSpPr>
        <p:spPr>
          <a:xfrm flipH="1">
            <a:off x="13656824" y="5813127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9341E3E3-A365-31B0-E179-AF7DBAFFD0F1}"/>
              </a:ext>
            </a:extLst>
          </p:cNvPr>
          <p:cNvCxnSpPr/>
          <p:nvPr/>
        </p:nvCxnSpPr>
        <p:spPr>
          <a:xfrm flipH="1">
            <a:off x="10932476" y="5822529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2C8202E6-590F-3F0D-A504-C91C0FC6E364}"/>
              </a:ext>
            </a:extLst>
          </p:cNvPr>
          <p:cNvCxnSpPr>
            <a:stCxn id="8" idx="3"/>
          </p:cNvCxnSpPr>
          <p:nvPr/>
        </p:nvCxnSpPr>
        <p:spPr>
          <a:xfrm>
            <a:off x="4568219" y="2127621"/>
            <a:ext cx="8474012" cy="26711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49184E4-31F9-35E2-C651-53EAF6215674}"/>
              </a:ext>
            </a:extLst>
          </p:cNvPr>
          <p:cNvCxnSpPr>
            <a:stCxn id="4" idx="2"/>
          </p:cNvCxnSpPr>
          <p:nvPr/>
        </p:nvCxnSpPr>
        <p:spPr>
          <a:xfrm flipH="1">
            <a:off x="8245641" y="1379178"/>
            <a:ext cx="1" cy="281590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tângulo: Cantos Arredondados 230">
            <a:extLst>
              <a:ext uri="{FF2B5EF4-FFF2-40B4-BE49-F238E27FC236}">
                <a16:creationId xmlns:a16="http://schemas.microsoft.com/office/drawing/2014/main" id="{F935C488-CB45-FB39-4B79-40EEFFB94184}"/>
              </a:ext>
            </a:extLst>
          </p:cNvPr>
          <p:cNvSpPr/>
          <p:nvPr/>
        </p:nvSpPr>
        <p:spPr>
          <a:xfrm>
            <a:off x="6943013" y="991957"/>
            <a:ext cx="2605257" cy="515216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600" b="1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Assembleia Geral</a:t>
            </a:r>
            <a:endParaRPr lang="pt-BR" sz="1600" b="1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5" name="Retângulo: Cantos Arredondados 230">
            <a:extLst>
              <a:ext uri="{FF2B5EF4-FFF2-40B4-BE49-F238E27FC236}">
                <a16:creationId xmlns:a16="http://schemas.microsoft.com/office/drawing/2014/main" id="{1301E7CA-FD1E-A22E-57D8-561376A3B47D}"/>
              </a:ext>
            </a:extLst>
          </p:cNvPr>
          <p:cNvSpPr/>
          <p:nvPr/>
        </p:nvSpPr>
        <p:spPr>
          <a:xfrm>
            <a:off x="6943013" y="1896724"/>
            <a:ext cx="2605257" cy="515216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600" b="1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Coordenador Geral</a:t>
            </a:r>
            <a:endParaRPr lang="pt-BR" sz="1600" b="1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6" name="Retângulo: Cantos Arredondados 241">
            <a:extLst>
              <a:ext uri="{FF2B5EF4-FFF2-40B4-BE49-F238E27FC236}">
                <a16:creationId xmlns:a16="http://schemas.microsoft.com/office/drawing/2014/main" id="{DF694F04-618A-66A0-C0A8-35F985C2032F}"/>
              </a:ext>
            </a:extLst>
          </p:cNvPr>
          <p:cNvSpPr/>
          <p:nvPr/>
        </p:nvSpPr>
        <p:spPr>
          <a:xfrm>
            <a:off x="9629849" y="2736220"/>
            <a:ext cx="2605257" cy="556399"/>
          </a:xfrm>
          <a:prstGeom prst="roundRect">
            <a:avLst>
              <a:gd name="adj" fmla="val 1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600" b="1" spc="-1" dirty="0">
                <a:solidFill>
                  <a:schemeClr val="lt1"/>
                </a:solidFill>
                <a:latin typeface="Montserrat Bold" panose="00000800000000000000" pitchFamily="2" charset="0"/>
              </a:rPr>
              <a:t>Responsável técnico</a:t>
            </a:r>
          </a:p>
        </p:txBody>
      </p:sp>
      <p:sp>
        <p:nvSpPr>
          <p:cNvPr id="7" name="Retângulo: Cantos Arredondados 230">
            <a:extLst>
              <a:ext uri="{FF2B5EF4-FFF2-40B4-BE49-F238E27FC236}">
                <a16:creationId xmlns:a16="http://schemas.microsoft.com/office/drawing/2014/main" id="{F68E3D59-84DE-4968-F559-957E9D6D75D0}"/>
              </a:ext>
            </a:extLst>
          </p:cNvPr>
          <p:cNvSpPr/>
          <p:nvPr/>
        </p:nvSpPr>
        <p:spPr>
          <a:xfrm>
            <a:off x="12651152" y="1896724"/>
            <a:ext cx="2020535" cy="556399"/>
          </a:xfrm>
          <a:prstGeom prst="roundRect">
            <a:avLst>
              <a:gd name="adj" fmla="val 1000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Comitê executivo de gestão</a:t>
            </a:r>
          </a:p>
        </p:txBody>
      </p:sp>
      <p:sp>
        <p:nvSpPr>
          <p:cNvPr id="8" name="Retângulo: Cantos Arredondados 241">
            <a:extLst>
              <a:ext uri="{FF2B5EF4-FFF2-40B4-BE49-F238E27FC236}">
                <a16:creationId xmlns:a16="http://schemas.microsoft.com/office/drawing/2014/main" id="{B6718E04-AFEE-FE7B-BBAE-7202B408335E}"/>
              </a:ext>
            </a:extLst>
          </p:cNvPr>
          <p:cNvSpPr/>
          <p:nvPr/>
        </p:nvSpPr>
        <p:spPr>
          <a:xfrm>
            <a:off x="2239072" y="1843301"/>
            <a:ext cx="2329147" cy="568639"/>
          </a:xfrm>
          <a:prstGeom prst="roundRect">
            <a:avLst>
              <a:gd name="adj" fmla="val 1000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Comitê de ética e conduta</a:t>
            </a:r>
          </a:p>
        </p:txBody>
      </p:sp>
      <p:sp>
        <p:nvSpPr>
          <p:cNvPr id="9" name="Retângulo: Cantos Arredondados 230">
            <a:extLst>
              <a:ext uri="{FF2B5EF4-FFF2-40B4-BE49-F238E27FC236}">
                <a16:creationId xmlns:a16="http://schemas.microsoft.com/office/drawing/2014/main" id="{90E8320B-4556-0B5D-2E71-4345BE3468AA}"/>
              </a:ext>
            </a:extLst>
          </p:cNvPr>
          <p:cNvSpPr/>
          <p:nvPr/>
        </p:nvSpPr>
        <p:spPr>
          <a:xfrm>
            <a:off x="3275746" y="4610344"/>
            <a:ext cx="2165684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Comitê Financeiro</a:t>
            </a:r>
            <a:endParaRPr lang="pt-BR" sz="1333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10" name="Retângulo: Cantos Arredondados 230">
            <a:extLst>
              <a:ext uri="{FF2B5EF4-FFF2-40B4-BE49-F238E27FC236}">
                <a16:creationId xmlns:a16="http://schemas.microsoft.com/office/drawing/2014/main" id="{246B853D-B176-D4E5-D518-94BF8422A0ED}"/>
              </a:ext>
            </a:extLst>
          </p:cNvPr>
          <p:cNvSpPr/>
          <p:nvPr/>
        </p:nvSpPr>
        <p:spPr>
          <a:xfrm>
            <a:off x="13991603" y="4644819"/>
            <a:ext cx="2329146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Comitê de Tecnologia e Materiais</a:t>
            </a:r>
            <a:endParaRPr lang="pt-BR" sz="1333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11" name="Retângulo: Cantos Arredondados 230">
            <a:extLst>
              <a:ext uri="{FF2B5EF4-FFF2-40B4-BE49-F238E27FC236}">
                <a16:creationId xmlns:a16="http://schemas.microsoft.com/office/drawing/2014/main" id="{1F25A082-DF64-A05E-102B-B6C41440BF3A}"/>
              </a:ext>
            </a:extLst>
          </p:cNvPr>
          <p:cNvSpPr/>
          <p:nvPr/>
        </p:nvSpPr>
        <p:spPr>
          <a:xfrm>
            <a:off x="11109736" y="4644819"/>
            <a:ext cx="2329147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Comitê educação continuada e de residência</a:t>
            </a:r>
            <a:endParaRPr lang="pt-BR" sz="1333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12" name="Retângulo: Cantos Arredondados 230">
            <a:extLst>
              <a:ext uri="{FF2B5EF4-FFF2-40B4-BE49-F238E27FC236}">
                <a16:creationId xmlns:a16="http://schemas.microsoft.com/office/drawing/2014/main" id="{09E64780-050E-79DC-3707-373F5D93F7E6}"/>
              </a:ext>
            </a:extLst>
          </p:cNvPr>
          <p:cNvSpPr/>
          <p:nvPr/>
        </p:nvSpPr>
        <p:spPr>
          <a:xfrm>
            <a:off x="5769667" y="4631171"/>
            <a:ext cx="2165684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Comitê de Qualidade</a:t>
            </a:r>
            <a:endParaRPr lang="pt-BR" sz="1333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13" name="Retângulo: Cantos Arredondados 230">
            <a:extLst>
              <a:ext uri="{FF2B5EF4-FFF2-40B4-BE49-F238E27FC236}">
                <a16:creationId xmlns:a16="http://schemas.microsoft.com/office/drawing/2014/main" id="{4D41E4C1-B17E-0E65-9DAF-A62C146CA5CB}"/>
              </a:ext>
            </a:extLst>
          </p:cNvPr>
          <p:cNvSpPr/>
          <p:nvPr/>
        </p:nvSpPr>
        <p:spPr>
          <a:xfrm>
            <a:off x="767947" y="4587274"/>
            <a:ext cx="2165684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  <a:ea typeface="DejaVu Sans"/>
              </a:rPr>
              <a:t>Comitê de gestão de pessoas</a:t>
            </a:r>
            <a:endParaRPr lang="pt-BR" sz="1333" spc="-1" dirty="0">
              <a:solidFill>
                <a:srgbClr val="000000"/>
              </a:solidFill>
              <a:latin typeface="Montserrat Bold" panose="00000800000000000000" pitchFamily="2" charset="0"/>
            </a:endParaRPr>
          </a:p>
        </p:txBody>
      </p:sp>
      <p:sp>
        <p:nvSpPr>
          <p:cNvPr id="14" name="Retângulo: Cantos Arredondados 230">
            <a:extLst>
              <a:ext uri="{FF2B5EF4-FFF2-40B4-BE49-F238E27FC236}">
                <a16:creationId xmlns:a16="http://schemas.microsoft.com/office/drawing/2014/main" id="{B9E051C6-998B-3643-B315-DFBC457B8233}"/>
              </a:ext>
            </a:extLst>
          </p:cNvPr>
          <p:cNvSpPr/>
          <p:nvPr/>
        </p:nvSpPr>
        <p:spPr>
          <a:xfrm>
            <a:off x="8465428" y="4632629"/>
            <a:ext cx="2165684" cy="758788"/>
          </a:xfrm>
          <a:prstGeom prst="roundRect">
            <a:avLst>
              <a:gd name="adj" fmla="val 10000"/>
            </a:avLst>
          </a:prstGeom>
          <a:solidFill>
            <a:srgbClr val="066B3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0854" tIns="110854" rIns="81101" bIns="110374" numCol="1" spcCol="144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748"/>
              </a:spcAft>
              <a:tabLst>
                <a:tab pos="0" algn="l"/>
              </a:tabLst>
            </a:pPr>
            <a:r>
              <a:rPr lang="pt-BR" sz="1333" spc="-1" dirty="0">
                <a:solidFill>
                  <a:schemeClr val="lt1"/>
                </a:solidFill>
                <a:latin typeface="Montserrat Bold" panose="00000800000000000000" pitchFamily="2" charset="0"/>
              </a:rPr>
              <a:t>Comitê Escalas</a:t>
            </a:r>
          </a:p>
        </p:txBody>
      </p:sp>
      <p:sp>
        <p:nvSpPr>
          <p:cNvPr id="15" name="Retângulo: Cantos Arredondados 241">
            <a:extLst>
              <a:ext uri="{FF2B5EF4-FFF2-40B4-BE49-F238E27FC236}">
                <a16:creationId xmlns:a16="http://schemas.microsoft.com/office/drawing/2014/main" id="{4A2219D7-9BC7-414D-C517-9FDE011BBF94}"/>
              </a:ext>
            </a:extLst>
          </p:cNvPr>
          <p:cNvSpPr/>
          <p:nvPr/>
        </p:nvSpPr>
        <p:spPr>
          <a:xfrm>
            <a:off x="4827226" y="3281537"/>
            <a:ext cx="2165684" cy="568639"/>
          </a:xfrm>
          <a:prstGeom prst="roundRect">
            <a:avLst>
              <a:gd name="adj" fmla="val 10000"/>
            </a:avLst>
          </a:prstGeom>
          <a:solidFill>
            <a:srgbClr val="DEDFE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Auxiliar Administrativo executivo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6" name="Retângulo: Cantos Arredondados 241">
            <a:extLst>
              <a:ext uri="{FF2B5EF4-FFF2-40B4-BE49-F238E27FC236}">
                <a16:creationId xmlns:a16="http://schemas.microsoft.com/office/drawing/2014/main" id="{D98978AE-E552-167E-9F9A-320EBBB4AADD}"/>
              </a:ext>
            </a:extLst>
          </p:cNvPr>
          <p:cNvSpPr/>
          <p:nvPr/>
        </p:nvSpPr>
        <p:spPr>
          <a:xfrm>
            <a:off x="9969687" y="6236171"/>
            <a:ext cx="1911878" cy="556551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Ed. Continuada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7" name="Retângulo: Cantos Arredondados 241">
            <a:extLst>
              <a:ext uri="{FF2B5EF4-FFF2-40B4-BE49-F238E27FC236}">
                <a16:creationId xmlns:a16="http://schemas.microsoft.com/office/drawing/2014/main" id="{F17D0A69-5E72-9F84-0EEF-F92932C8C823}"/>
              </a:ext>
            </a:extLst>
          </p:cNvPr>
          <p:cNvSpPr/>
          <p:nvPr/>
        </p:nvSpPr>
        <p:spPr>
          <a:xfrm>
            <a:off x="12696289" y="6278107"/>
            <a:ext cx="1921070" cy="56863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Residência médica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8" name="Retângulo: Cantos Arredondados 241">
            <a:extLst>
              <a:ext uri="{FF2B5EF4-FFF2-40B4-BE49-F238E27FC236}">
                <a16:creationId xmlns:a16="http://schemas.microsoft.com/office/drawing/2014/main" id="{8AA6DF24-B96D-2296-36D7-E62C5FC5BC95}"/>
              </a:ext>
            </a:extLst>
          </p:cNvPr>
          <p:cNvSpPr/>
          <p:nvPr/>
        </p:nvSpPr>
        <p:spPr>
          <a:xfrm>
            <a:off x="2347379" y="6997642"/>
            <a:ext cx="1856731" cy="600081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Consultório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19" name="Retângulo: Cantos Arredondados 241">
            <a:extLst>
              <a:ext uri="{FF2B5EF4-FFF2-40B4-BE49-F238E27FC236}">
                <a16:creationId xmlns:a16="http://schemas.microsoft.com/office/drawing/2014/main" id="{E0C838BE-791C-7711-DAB6-A2AF19EB08FF}"/>
              </a:ext>
            </a:extLst>
          </p:cNvPr>
          <p:cNvSpPr/>
          <p:nvPr/>
        </p:nvSpPr>
        <p:spPr>
          <a:xfrm>
            <a:off x="4436555" y="6997642"/>
            <a:ext cx="1872179" cy="56863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Assistência Hospitalar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20" name="Retângulo: Cantos Arredondados 241">
            <a:extLst>
              <a:ext uri="{FF2B5EF4-FFF2-40B4-BE49-F238E27FC236}">
                <a16:creationId xmlns:a16="http://schemas.microsoft.com/office/drawing/2014/main" id="{74DF9C32-69D5-E451-3D25-DD04E4F7CB0F}"/>
              </a:ext>
            </a:extLst>
          </p:cNvPr>
          <p:cNvSpPr/>
          <p:nvPr/>
        </p:nvSpPr>
        <p:spPr>
          <a:xfrm>
            <a:off x="6667484" y="6985181"/>
            <a:ext cx="1856730" cy="56863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Anestesia ambulatorial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21" name="Retângulo: Cantos Arredondados 241">
            <a:extLst>
              <a:ext uri="{FF2B5EF4-FFF2-40B4-BE49-F238E27FC236}">
                <a16:creationId xmlns:a16="http://schemas.microsoft.com/office/drawing/2014/main" id="{B91F8636-6D65-2A72-85BA-3AD5963106B0}"/>
              </a:ext>
            </a:extLst>
          </p:cNvPr>
          <p:cNvSpPr/>
          <p:nvPr/>
        </p:nvSpPr>
        <p:spPr>
          <a:xfrm>
            <a:off x="8680631" y="6985181"/>
            <a:ext cx="2578112" cy="600076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Comunicação interna e externa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23" name="Retângulo: Cantos Arredondados 241">
            <a:extLst>
              <a:ext uri="{FF2B5EF4-FFF2-40B4-BE49-F238E27FC236}">
                <a16:creationId xmlns:a16="http://schemas.microsoft.com/office/drawing/2014/main" id="{6701716C-22C9-2018-3BF2-82C2C867FF55}"/>
              </a:ext>
            </a:extLst>
          </p:cNvPr>
          <p:cNvSpPr/>
          <p:nvPr/>
        </p:nvSpPr>
        <p:spPr>
          <a:xfrm>
            <a:off x="767948" y="5771657"/>
            <a:ext cx="2165683" cy="568639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Equipe assistencial</a:t>
            </a:r>
          </a:p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Aux. Anestesia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58F4E836-94E7-D198-33C0-85F6297A28A0}"/>
              </a:ext>
            </a:extLst>
          </p:cNvPr>
          <p:cNvCxnSpPr>
            <a:cxnSpLocks/>
          </p:cNvCxnSpPr>
          <p:nvPr/>
        </p:nvCxnSpPr>
        <p:spPr>
          <a:xfrm>
            <a:off x="8245641" y="3011435"/>
            <a:ext cx="140209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CC81F8D-FB0D-4A6C-697B-D9EFA8807675}"/>
              </a:ext>
            </a:extLst>
          </p:cNvPr>
          <p:cNvCxnSpPr>
            <a:cxnSpLocks/>
          </p:cNvCxnSpPr>
          <p:nvPr/>
        </p:nvCxnSpPr>
        <p:spPr>
          <a:xfrm>
            <a:off x="7016713" y="3611150"/>
            <a:ext cx="12031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F3D0A1E8-6FE6-8697-6225-EA1C06867CD1}"/>
              </a:ext>
            </a:extLst>
          </p:cNvPr>
          <p:cNvCxnSpPr>
            <a:cxnSpLocks/>
          </p:cNvCxnSpPr>
          <p:nvPr/>
        </p:nvCxnSpPr>
        <p:spPr>
          <a:xfrm>
            <a:off x="1807231" y="4256754"/>
            <a:ext cx="1333303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C6ED158F-7B78-79CF-E4B9-BD3F0F55929E}"/>
              </a:ext>
            </a:extLst>
          </p:cNvPr>
          <p:cNvCxnSpPr>
            <a:cxnSpLocks/>
          </p:cNvCxnSpPr>
          <p:nvPr/>
        </p:nvCxnSpPr>
        <p:spPr>
          <a:xfrm>
            <a:off x="1834747" y="4252665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083C8566-67B6-8223-9210-6504572EE1EB}"/>
              </a:ext>
            </a:extLst>
          </p:cNvPr>
          <p:cNvCxnSpPr/>
          <p:nvPr/>
        </p:nvCxnSpPr>
        <p:spPr>
          <a:xfrm>
            <a:off x="4386961" y="4256754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00833C7-B068-BAAA-6C9C-DB6AE221AE4D}"/>
              </a:ext>
            </a:extLst>
          </p:cNvPr>
          <p:cNvCxnSpPr/>
          <p:nvPr/>
        </p:nvCxnSpPr>
        <p:spPr>
          <a:xfrm>
            <a:off x="6886468" y="4268707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E529F62B-B03E-2C9E-F5C1-80AA151667CA}"/>
              </a:ext>
            </a:extLst>
          </p:cNvPr>
          <p:cNvCxnSpPr/>
          <p:nvPr/>
        </p:nvCxnSpPr>
        <p:spPr>
          <a:xfrm>
            <a:off x="9525582" y="4268707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AA38E3A-2E93-5B42-5F19-C23A0E201C42}"/>
              </a:ext>
            </a:extLst>
          </p:cNvPr>
          <p:cNvCxnSpPr/>
          <p:nvPr/>
        </p:nvCxnSpPr>
        <p:spPr>
          <a:xfrm>
            <a:off x="12274309" y="4268707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6A8F2966-3D99-C9FC-419D-F97255BC00CF}"/>
              </a:ext>
            </a:extLst>
          </p:cNvPr>
          <p:cNvCxnSpPr/>
          <p:nvPr/>
        </p:nvCxnSpPr>
        <p:spPr>
          <a:xfrm>
            <a:off x="15124225" y="4252665"/>
            <a:ext cx="0" cy="376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9B11CDE-65C0-45DB-C704-8B1A13A85880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>
            <a:off x="1850789" y="5346062"/>
            <a:ext cx="1" cy="4255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46D5A9AD-DA56-33CD-25D9-4F9909A93ACE}"/>
              </a:ext>
            </a:extLst>
          </p:cNvPr>
          <p:cNvCxnSpPr/>
          <p:nvPr/>
        </p:nvCxnSpPr>
        <p:spPr>
          <a:xfrm>
            <a:off x="10932476" y="5804881"/>
            <a:ext cx="27289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FC1F5CC4-53E2-0834-FEA0-99E2C8B96ED0}"/>
              </a:ext>
            </a:extLst>
          </p:cNvPr>
          <p:cNvCxnSpPr>
            <a:stCxn id="11" idx="2"/>
          </p:cNvCxnSpPr>
          <p:nvPr/>
        </p:nvCxnSpPr>
        <p:spPr>
          <a:xfrm flipH="1">
            <a:off x="12274309" y="5403607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A16B2B23-5669-6918-3C92-E4C7593ADC93}"/>
              </a:ext>
            </a:extLst>
          </p:cNvPr>
          <p:cNvCxnSpPr/>
          <p:nvPr/>
        </p:nvCxnSpPr>
        <p:spPr>
          <a:xfrm>
            <a:off x="3275746" y="6584000"/>
            <a:ext cx="634471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DE6A5087-E4A7-4C7D-EB6B-4255BFCCC2E7}"/>
              </a:ext>
            </a:extLst>
          </p:cNvPr>
          <p:cNvCxnSpPr/>
          <p:nvPr/>
        </p:nvCxnSpPr>
        <p:spPr>
          <a:xfrm flipH="1">
            <a:off x="9620457" y="6593946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1E375DB-C7B3-CB03-A0C6-547F06DB97AC}"/>
              </a:ext>
            </a:extLst>
          </p:cNvPr>
          <p:cNvCxnSpPr/>
          <p:nvPr/>
        </p:nvCxnSpPr>
        <p:spPr>
          <a:xfrm flipH="1">
            <a:off x="7546018" y="6571539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807B9BE2-8C5E-2742-AE62-5C2CEB89C1A7}"/>
              </a:ext>
            </a:extLst>
          </p:cNvPr>
          <p:cNvCxnSpPr/>
          <p:nvPr/>
        </p:nvCxnSpPr>
        <p:spPr>
          <a:xfrm flipH="1">
            <a:off x="5338065" y="6596462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7291218B-D9D7-D21E-A260-F05401D38B16}"/>
              </a:ext>
            </a:extLst>
          </p:cNvPr>
          <p:cNvCxnSpPr/>
          <p:nvPr/>
        </p:nvCxnSpPr>
        <p:spPr>
          <a:xfrm flipH="1">
            <a:off x="3275745" y="6571539"/>
            <a:ext cx="1" cy="4136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Retângulo: Cantos Arredondados 241">
            <a:extLst>
              <a:ext uri="{FF2B5EF4-FFF2-40B4-BE49-F238E27FC236}">
                <a16:creationId xmlns:a16="http://schemas.microsoft.com/office/drawing/2014/main" id="{53B7B72E-D914-6AAF-FD52-446EE0382EC9}"/>
              </a:ext>
            </a:extLst>
          </p:cNvPr>
          <p:cNvSpPr/>
          <p:nvPr/>
        </p:nvSpPr>
        <p:spPr>
          <a:xfrm>
            <a:off x="2527649" y="8884644"/>
            <a:ext cx="1856731" cy="565333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Aux. Financeiro 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sp>
        <p:nvSpPr>
          <p:cNvPr id="62" name="Retângulo: Cantos Arredondados 241">
            <a:extLst>
              <a:ext uri="{FF2B5EF4-FFF2-40B4-BE49-F238E27FC236}">
                <a16:creationId xmlns:a16="http://schemas.microsoft.com/office/drawing/2014/main" id="{CABFC1DF-22AE-646A-A802-42FCCDA8F986}"/>
              </a:ext>
            </a:extLst>
          </p:cNvPr>
          <p:cNvSpPr/>
          <p:nvPr/>
        </p:nvSpPr>
        <p:spPr>
          <a:xfrm>
            <a:off x="232009" y="8857086"/>
            <a:ext cx="1823224" cy="600081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Secretárias/ Recepcionistas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522B748A-3B28-77A4-284F-6563508E30E7}"/>
              </a:ext>
            </a:extLst>
          </p:cNvPr>
          <p:cNvCxnSpPr/>
          <p:nvPr/>
        </p:nvCxnSpPr>
        <p:spPr>
          <a:xfrm flipH="1">
            <a:off x="3275744" y="7541890"/>
            <a:ext cx="1" cy="8866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53FF04B9-AE2F-AEFB-34FC-AB20E183EF09}"/>
              </a:ext>
            </a:extLst>
          </p:cNvPr>
          <p:cNvCxnSpPr>
            <a:cxnSpLocks/>
          </p:cNvCxnSpPr>
          <p:nvPr/>
        </p:nvCxnSpPr>
        <p:spPr>
          <a:xfrm>
            <a:off x="1143621" y="8428569"/>
            <a:ext cx="446702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5744AD1-47A5-DAFB-DBFB-EE7D2519F5B4}"/>
              </a:ext>
            </a:extLst>
          </p:cNvPr>
          <p:cNvCxnSpPr/>
          <p:nvPr/>
        </p:nvCxnSpPr>
        <p:spPr>
          <a:xfrm flipH="1">
            <a:off x="5585827" y="8430066"/>
            <a:ext cx="1" cy="41364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4A478C17-B565-28A9-5A3F-EFCA8419BEE4}"/>
              </a:ext>
            </a:extLst>
          </p:cNvPr>
          <p:cNvCxnSpPr/>
          <p:nvPr/>
        </p:nvCxnSpPr>
        <p:spPr>
          <a:xfrm flipH="1">
            <a:off x="1145154" y="8423537"/>
            <a:ext cx="1" cy="41364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9" name="Retângulo: Cantos Arredondados 241">
            <a:extLst>
              <a:ext uri="{FF2B5EF4-FFF2-40B4-BE49-F238E27FC236}">
                <a16:creationId xmlns:a16="http://schemas.microsoft.com/office/drawing/2014/main" id="{B632A3DA-9C75-880B-B5EF-922236CC77DD}"/>
              </a:ext>
            </a:extLst>
          </p:cNvPr>
          <p:cNvSpPr/>
          <p:nvPr/>
        </p:nvSpPr>
        <p:spPr>
          <a:xfrm>
            <a:off x="4756761" y="8891834"/>
            <a:ext cx="1856731" cy="565333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Telefonista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  <p:pic>
        <p:nvPicPr>
          <p:cNvPr id="73" name="object 3">
            <a:extLst>
              <a:ext uri="{FF2B5EF4-FFF2-40B4-BE49-F238E27FC236}">
                <a16:creationId xmlns:a16="http://schemas.microsoft.com/office/drawing/2014/main" id="{48E91F10-5E6F-76C0-1DF5-CC7C25D0C1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498" y="171497"/>
            <a:ext cx="2495990" cy="758787"/>
          </a:xfrm>
          <a:prstGeom prst="rect">
            <a:avLst/>
          </a:prstGeom>
        </p:spPr>
      </p:pic>
      <p:sp>
        <p:nvSpPr>
          <p:cNvPr id="77" name="CaixaDeTexto 76">
            <a:extLst>
              <a:ext uri="{FF2B5EF4-FFF2-40B4-BE49-F238E27FC236}">
                <a16:creationId xmlns:a16="http://schemas.microsoft.com/office/drawing/2014/main" id="{A28D057F-76D3-B8F0-75B3-7AD53F134BFE}"/>
              </a:ext>
            </a:extLst>
          </p:cNvPr>
          <p:cNvSpPr txBox="1"/>
          <p:nvPr/>
        </p:nvSpPr>
        <p:spPr>
          <a:xfrm>
            <a:off x="4785784" y="123371"/>
            <a:ext cx="7294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6">
                    <a:lumMod val="50000"/>
                  </a:schemeClr>
                </a:solidFill>
              </a:rPr>
              <a:t>Organograma</a:t>
            </a:r>
          </a:p>
        </p:txBody>
      </p:sp>
      <p:sp>
        <p:nvSpPr>
          <p:cNvPr id="2" name="Retângulo: Cantos Arredondados 241">
            <a:extLst>
              <a:ext uri="{FF2B5EF4-FFF2-40B4-BE49-F238E27FC236}">
                <a16:creationId xmlns:a16="http://schemas.microsoft.com/office/drawing/2014/main" id="{1D34EEC7-26C3-D108-79CE-7F75373606DE}"/>
              </a:ext>
            </a:extLst>
          </p:cNvPr>
          <p:cNvSpPr/>
          <p:nvPr/>
        </p:nvSpPr>
        <p:spPr>
          <a:xfrm>
            <a:off x="241563" y="7711326"/>
            <a:ext cx="2578112" cy="600076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938" tIns="96938" rIns="55667" bIns="96458" numCol="1" spcCol="144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pt-BR" sz="1333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DejaVu Sans"/>
              </a:rPr>
              <a:t>Ambulatório de dor</a:t>
            </a:r>
            <a:endParaRPr lang="pt-BR" sz="1333" spc="-1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7434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</TotalTime>
  <Words>71</Words>
  <Application>Microsoft Office PowerPoint</Application>
  <PresentationFormat>Personalizar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Montserrat Bold</vt:lpstr>
      <vt:lpstr>Montserrat Medium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Iara Grasel</dc:creator>
  <cp:lastModifiedBy>Iara Grasel</cp:lastModifiedBy>
  <cp:revision>2</cp:revision>
  <dcterms:created xsi:type="dcterms:W3CDTF">2025-10-08T01:23:13Z</dcterms:created>
  <dcterms:modified xsi:type="dcterms:W3CDTF">2025-10-29T00:00:37Z</dcterms:modified>
</cp:coreProperties>
</file>